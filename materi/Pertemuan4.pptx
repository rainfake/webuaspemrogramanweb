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61" r:id="rId11"/>
    <p:sldId id="259" r:id="rId12"/>
    <p:sldId id="262" r:id="rId13"/>
    <p:sldId id="272" r:id="rId14"/>
    <p:sldId id="264" r:id="rId15"/>
    <p:sldId id="265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7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8" y="2101330"/>
            <a:ext cx="839423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MENAMPILKAN  GAMBAR, </a:t>
            </a:r>
            <a:endParaRPr lang="id-ID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  <a:p>
            <a:pPr algn="ctr"/>
            <a:r>
              <a:rPr lang="sv-SE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 </a:t>
            </a:r>
            <a:r>
              <a:rPr lang="sv-SE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SUARA DAN VIDEO </a:t>
            </a:r>
            <a:endParaRPr lang="id-ID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5172" y="316077"/>
            <a:ext cx="4187365" cy="5355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id-ID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Menampilkan Gambar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9667"/>
            <a:ext cx="8207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=” ... ” width= “...”  height =” ...”   Alt=” … “ align=” …” title="...</a:t>
            </a:r>
            <a:r>
              <a:rPr lang="id-ID" dirty="0" smtClean="0"/>
              <a:t>” border= ...&gt;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555172" y="1586012"/>
            <a:ext cx="6096000" cy="29578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src </a:t>
            </a:r>
            <a:r>
              <a:rPr lang="id-ID" dirty="0"/>
              <a:t>: nama file gambar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/>
              <a:t>Height : tinggi gambar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/>
              <a:t>Width : lebar gambar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/>
              <a:t>Align  : mengatur letak image terhadap teks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/>
              <a:t>(top| bottom| middle| left| right|center)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/>
              <a:t>Alt : menampilkan teks pada saat image tidak dapat tampil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/>
              <a:t>Border : garis tepi gambar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172" y="4839678"/>
            <a:ext cx="103305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=image/me.jpg width=125  height=150 border=2  alt="my </a:t>
            </a:r>
            <a:r>
              <a:rPr lang="en-US" dirty="0" smtClean="0"/>
              <a:t>picture“</a:t>
            </a:r>
            <a:r>
              <a:rPr lang="id-ID" dirty="0" smtClean="0"/>
              <a:t> title</a:t>
            </a:r>
            <a:r>
              <a:rPr lang="id-ID" dirty="0"/>
              <a:t>="Taj'Mahal"&gt;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30" y="4194081"/>
            <a:ext cx="1981200" cy="166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9857" y="76591"/>
            <a:ext cx="4665060" cy="5355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id-ID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Menampilkan Image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89857" y="808277"/>
            <a:ext cx="99713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dirty="0"/>
              <a:t>Tag &lt;map&gt; digunakan untuk mendefinisikan peta gambar di sisi klien. </a:t>
            </a:r>
            <a:r>
              <a:rPr lang="id-ID" dirty="0" smtClean="0"/>
              <a:t>Peta gambar </a:t>
            </a:r>
            <a:r>
              <a:rPr lang="id-ID" dirty="0" smtClean="0"/>
              <a:t>adalah gambar dengan area yang dapat</a:t>
            </a:r>
            <a:r>
              <a:rPr lang="id-ID" dirty="0"/>
              <a:t> </a:t>
            </a:r>
            <a:r>
              <a:rPr lang="id-ID" dirty="0" smtClean="0"/>
              <a:t>diklik</a:t>
            </a:r>
            <a:r>
              <a:rPr lang="id-ID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3257" y="1628896"/>
            <a:ext cx="5344885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400" dirty="0"/>
              <a:t>&lt;!DOCTYPE HTML PUBLIC "-//W3C//DTD HTML 4.0 Transitional//EN"&gt; </a:t>
            </a:r>
          </a:p>
          <a:p>
            <a:r>
              <a:rPr lang="id-ID" sz="1400" dirty="0"/>
              <a:t>&lt;HTML&gt; </a:t>
            </a:r>
          </a:p>
          <a:p>
            <a:r>
              <a:rPr lang="id-ID" sz="1400" dirty="0"/>
              <a:t>&lt;HEAD&gt; </a:t>
            </a:r>
          </a:p>
          <a:p>
            <a:r>
              <a:rPr lang="id-ID" sz="1400" dirty="0"/>
              <a:t>&lt;TITLE&gt; New Document &lt;/TITLE&gt; </a:t>
            </a:r>
          </a:p>
          <a:p>
            <a:r>
              <a:rPr lang="en-US" sz="1400" dirty="0"/>
              <a:t>&lt;META NAME="Generator" CONTENT="</a:t>
            </a:r>
            <a:r>
              <a:rPr lang="en-US" sz="1400" dirty="0" err="1"/>
              <a:t>EditPlus</a:t>
            </a:r>
            <a:r>
              <a:rPr lang="en-US" sz="1400" dirty="0"/>
              <a:t>"&gt; </a:t>
            </a:r>
          </a:p>
          <a:p>
            <a:r>
              <a:rPr lang="id-ID" sz="1400" dirty="0"/>
              <a:t>&lt;META NAME="Author" CONTENT=""&gt; </a:t>
            </a:r>
          </a:p>
          <a:p>
            <a:r>
              <a:rPr lang="id-ID" sz="1400" dirty="0"/>
              <a:t>&lt;META NAME="Keywords" CONTENT=""&gt; </a:t>
            </a:r>
          </a:p>
          <a:p>
            <a:r>
              <a:rPr lang="id-ID" sz="1400" dirty="0"/>
              <a:t>&lt;META NAME="Description" CONTENT=""&gt; </a:t>
            </a:r>
          </a:p>
          <a:p>
            <a:r>
              <a:rPr lang="id-ID" sz="1400" dirty="0"/>
              <a:t>&lt;/HEAD&gt; </a:t>
            </a:r>
          </a:p>
          <a:p>
            <a:r>
              <a:rPr lang="id-ID" sz="1400" dirty="0"/>
              <a:t>&lt;BODY&gt; </a:t>
            </a:r>
          </a:p>
          <a:p>
            <a:r>
              <a:rPr lang="id-ID" sz="1400" dirty="0"/>
              <a:t>&lt;p&gt; Klik pada bagian atau area gambar sesuai dengan koordinat map yang </a:t>
            </a:r>
            <a:r>
              <a:rPr lang="id-ID" sz="1400" dirty="0" smtClean="0"/>
              <a:t>telah ditentukan</a:t>
            </a:r>
            <a:r>
              <a:rPr lang="id-ID" sz="1400" dirty="0"/>
              <a:t>&lt;/p</a:t>
            </a:r>
            <a:r>
              <a:rPr lang="id-ID" sz="1400" dirty="0" smtClean="0"/>
              <a:t>&gt;</a:t>
            </a:r>
          </a:p>
          <a:p>
            <a:r>
              <a:rPr lang="id-ID" sz="1400" dirty="0"/>
              <a:t>&lt;img src="image/me.jpg" width=145 height=126 alt="gambarku"</a:t>
            </a:r>
          </a:p>
          <a:p>
            <a:r>
              <a:rPr lang="id-ID" sz="1400" dirty="0"/>
              <a:t>usemap="#picturemap"&gt; </a:t>
            </a:r>
          </a:p>
          <a:p>
            <a:r>
              <a:rPr lang="id-ID" sz="1400" dirty="0"/>
              <a:t>&lt;map name=picturemap&gt; </a:t>
            </a:r>
          </a:p>
          <a:p>
            <a:r>
              <a:rPr lang="en-US" sz="1400" dirty="0"/>
              <a:t> &lt;area shape=</a:t>
            </a:r>
            <a:r>
              <a:rPr lang="en-US" sz="1400" dirty="0" err="1"/>
              <a:t>rect</a:t>
            </a:r>
            <a:r>
              <a:rPr lang="en-US" sz="1400" dirty="0"/>
              <a:t> </a:t>
            </a:r>
            <a:r>
              <a:rPr lang="en-US" sz="1400" dirty="0" err="1"/>
              <a:t>coords</a:t>
            </a:r>
            <a:r>
              <a:rPr lang="en-US" sz="1400" dirty="0"/>
              <a:t>="0,0,82,126" </a:t>
            </a:r>
            <a:r>
              <a:rPr lang="en-US" sz="1400" dirty="0" err="1"/>
              <a:t>href</a:t>
            </a:r>
            <a:r>
              <a:rPr lang="en-US" sz="1400" dirty="0"/>
              <a:t>="a.htm" title=</a:t>
            </a:r>
            <a:r>
              <a:rPr lang="en-US" sz="1400" dirty="0" err="1"/>
              <a:t>bagianA</a:t>
            </a:r>
            <a:r>
              <a:rPr lang="en-US" sz="1400" dirty="0"/>
              <a:t>&gt; </a:t>
            </a:r>
          </a:p>
          <a:p>
            <a:r>
              <a:rPr lang="en-US" sz="1400" dirty="0"/>
              <a:t> &lt;area shape=circle </a:t>
            </a:r>
            <a:r>
              <a:rPr lang="en-US" sz="1400" dirty="0" err="1"/>
              <a:t>coords</a:t>
            </a:r>
            <a:r>
              <a:rPr lang="en-US" sz="1400" dirty="0"/>
              <a:t>="90,58,3" </a:t>
            </a:r>
            <a:r>
              <a:rPr lang="en-US" sz="1400" dirty="0" err="1"/>
              <a:t>href</a:t>
            </a:r>
            <a:r>
              <a:rPr lang="en-US" sz="1400" dirty="0"/>
              <a:t>="b.htm" alt=</a:t>
            </a:r>
            <a:r>
              <a:rPr lang="en-US" sz="1400" dirty="0" err="1"/>
              <a:t>bagianB</a:t>
            </a:r>
            <a:r>
              <a:rPr lang="en-US" sz="1400" dirty="0"/>
              <a:t>&gt; </a:t>
            </a:r>
          </a:p>
          <a:p>
            <a:r>
              <a:rPr lang="en-US" sz="1400" dirty="0"/>
              <a:t> &lt;area shape=circle </a:t>
            </a:r>
            <a:r>
              <a:rPr lang="en-US" sz="1400" dirty="0" err="1"/>
              <a:t>coords</a:t>
            </a:r>
            <a:r>
              <a:rPr lang="en-US" sz="1400" dirty="0"/>
              <a:t>="124,58,8" </a:t>
            </a:r>
            <a:r>
              <a:rPr lang="en-US" sz="1400" dirty="0" err="1"/>
              <a:t>href</a:t>
            </a:r>
            <a:r>
              <a:rPr lang="en-US" sz="1400" dirty="0"/>
              <a:t>="c.htm" alt=</a:t>
            </a:r>
            <a:r>
              <a:rPr lang="en-US" sz="1400" dirty="0" err="1"/>
              <a:t>bagianC</a:t>
            </a:r>
            <a:r>
              <a:rPr lang="en-US" sz="1400" dirty="0"/>
              <a:t>&gt; </a:t>
            </a:r>
          </a:p>
          <a:p>
            <a:r>
              <a:rPr lang="id-ID" sz="1400" dirty="0"/>
              <a:t> &lt;/map&gt; </a:t>
            </a:r>
          </a:p>
          <a:p>
            <a:r>
              <a:rPr lang="id-ID" sz="1400" dirty="0"/>
              <a:t>&lt;/BODY&gt; </a:t>
            </a:r>
          </a:p>
          <a:p>
            <a:r>
              <a:rPr lang="id-ID" sz="1400" dirty="0"/>
              <a:t>&lt;/HTML&gt; </a:t>
            </a:r>
            <a:r>
              <a:rPr lang="id-ID" sz="1400" dirty="0" smtClean="0"/>
              <a:t> </a:t>
            </a:r>
            <a:endParaRPr lang="id-ID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329" y="2238499"/>
            <a:ext cx="5193156" cy="22355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817859" y="1639274"/>
            <a:ext cx="3211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dirty="0" smtClean="0"/>
              <a:t>Hasil output tampilan web :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182" y="547199"/>
            <a:ext cx="3743333" cy="5355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id-ID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Menampilkan Suara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97182" y="2989106"/>
            <a:ext cx="10842171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&lt;embed </a:t>
            </a:r>
            <a:r>
              <a:rPr lang="en-US" b="1" dirty="0" err="1"/>
              <a:t>src</a:t>
            </a:r>
            <a:r>
              <a:rPr lang="en-US" b="1" dirty="0"/>
              <a:t>="</a:t>
            </a:r>
            <a:r>
              <a:rPr lang="en-US" b="1" dirty="0" err="1"/>
              <a:t>filename.ext</a:t>
            </a:r>
            <a:r>
              <a:rPr lang="en-US" b="1" dirty="0"/>
              <a:t>" width="x" height="x" </a:t>
            </a:r>
            <a:r>
              <a:rPr lang="en-US" b="1" dirty="0" err="1"/>
              <a:t>autoplay</a:t>
            </a:r>
            <a:r>
              <a:rPr lang="en-US" b="1" dirty="0"/>
              <a:t>="x" hidden="</a:t>
            </a:r>
            <a:r>
              <a:rPr lang="en-US" b="1" dirty="0" smtClean="0"/>
              <a:t>x"</a:t>
            </a:r>
            <a:r>
              <a:rPr lang="id-ID" b="1" dirty="0" smtClean="0"/>
              <a:t> </a:t>
            </a:r>
            <a:r>
              <a:rPr lang="nl-NL" dirty="0" smtClean="0"/>
              <a:t>loop</a:t>
            </a:r>
            <a:r>
              <a:rPr lang="nl-NL" dirty="0"/>
              <a:t>="x" volume="x"</a:t>
            </a:r>
            <a:r>
              <a:rPr lang="nl-NL" b="1" dirty="0"/>
              <a:t>&gt;&lt;/embed&gt; </a:t>
            </a:r>
            <a:r>
              <a:rPr lang="id-ID" b="1" dirty="0" smtClean="0"/>
              <a:t>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892627" y="1213008"/>
            <a:ext cx="10446725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Perintah untuk menampilkan suara pada halaman web menggunakan </a:t>
            </a:r>
            <a:r>
              <a:rPr lang="id-ID" dirty="0" smtClean="0"/>
              <a:t>embed atau </a:t>
            </a:r>
            <a:r>
              <a:rPr lang="id-ID" dirty="0"/>
              <a:t>bgsound. Extension file suara yang digunakan adalah : .mp3,.wav, .mid, </a:t>
            </a:r>
            <a:r>
              <a:rPr lang="id-ID" dirty="0" smtClean="0"/>
              <a:t>dan .</a:t>
            </a:r>
            <a:r>
              <a:rPr lang="id-ID" dirty="0"/>
              <a:t>au.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497181" y="3797664"/>
            <a:ext cx="108421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b="1" dirty="0"/>
              <a:t>Contoh :</a:t>
            </a:r>
          </a:p>
          <a:p>
            <a:pPr>
              <a:lnSpc>
                <a:spcPct val="150000"/>
              </a:lnSpc>
            </a:pPr>
            <a:r>
              <a:rPr lang="en-US" dirty="0"/>
              <a:t>&lt;embed </a:t>
            </a:r>
            <a:r>
              <a:rPr lang="en-US" dirty="0" err="1"/>
              <a:t>src</a:t>
            </a:r>
            <a:r>
              <a:rPr lang="en-US" dirty="0"/>
              <a:t>="music/davesite.mp3" loop="true" </a:t>
            </a:r>
            <a:r>
              <a:rPr lang="en-US" dirty="0" err="1"/>
              <a:t>autoplay</a:t>
            </a:r>
            <a:r>
              <a:rPr lang="en-US" dirty="0"/>
              <a:t>="false" width="</a:t>
            </a:r>
            <a:r>
              <a:rPr lang="en-US" dirty="0" smtClean="0"/>
              <a:t>145“</a:t>
            </a:r>
            <a:r>
              <a:rPr lang="id-ID" dirty="0" smtClean="0"/>
              <a:t> height</a:t>
            </a:r>
            <a:r>
              <a:rPr lang="id-ID" dirty="0"/>
              <a:t>="60"&gt;&lt;/embed&gt;</a:t>
            </a:r>
            <a:r>
              <a:rPr lang="id-ID" b="1" dirty="0"/>
              <a:t>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0863" y="316075"/>
            <a:ext cx="3802644" cy="5355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id-ID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Menampilkan Video</a:t>
            </a:r>
          </a:p>
        </p:txBody>
      </p:sp>
      <p:sp>
        <p:nvSpPr>
          <p:cNvPr id="3" name="Rectangle 2"/>
          <p:cNvSpPr/>
          <p:nvPr/>
        </p:nvSpPr>
        <p:spPr>
          <a:xfrm>
            <a:off x="510863" y="1078077"/>
            <a:ext cx="5074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&lt;embed </a:t>
            </a:r>
            <a:r>
              <a:rPr lang="en-US" dirty="0" err="1"/>
              <a:t>src</a:t>
            </a:r>
            <a:r>
              <a:rPr lang="en-US" dirty="0"/>
              <a:t>="... " width="..." height="..."  type=”...”&gt;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968837" y="1729104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1400" dirty="0"/>
              <a:t>&lt;!DOCTYPE HTML PUBLIC "-//W3C//DTD HTML 4.0 Transitional//EN"&gt; </a:t>
            </a:r>
          </a:p>
          <a:p>
            <a:r>
              <a:rPr lang="id-ID" sz="1400" dirty="0"/>
              <a:t>&lt;HTML&gt; </a:t>
            </a:r>
          </a:p>
          <a:p>
            <a:r>
              <a:rPr lang="id-ID" sz="1400" dirty="0"/>
              <a:t>&lt;HEAD&gt; </a:t>
            </a:r>
          </a:p>
          <a:p>
            <a:r>
              <a:rPr lang="id-ID" sz="1400" dirty="0"/>
              <a:t>&lt;TITLE&gt; New Document &lt;/TITLE&gt; </a:t>
            </a:r>
          </a:p>
          <a:p>
            <a:r>
              <a:rPr lang="en-US" sz="1400" dirty="0"/>
              <a:t>&lt;META NAME="Generator" CONTENT="</a:t>
            </a:r>
            <a:r>
              <a:rPr lang="en-US" sz="1400" dirty="0" err="1"/>
              <a:t>EditPlus</a:t>
            </a:r>
            <a:r>
              <a:rPr lang="en-US" sz="1400" dirty="0" smtClean="0"/>
              <a:t>"&gt;</a:t>
            </a:r>
            <a:endParaRPr lang="id-ID" sz="1400" dirty="0" smtClean="0"/>
          </a:p>
          <a:p>
            <a:r>
              <a:rPr lang="id-ID" sz="1400" dirty="0"/>
              <a:t>&lt;META NAME="Author" CONTENT=""&gt; </a:t>
            </a:r>
          </a:p>
          <a:p>
            <a:r>
              <a:rPr lang="id-ID" sz="1400" dirty="0"/>
              <a:t>&lt;META NAME="Keywords" CONTENT=""&gt; </a:t>
            </a:r>
          </a:p>
          <a:p>
            <a:r>
              <a:rPr lang="id-ID" sz="1400" dirty="0"/>
              <a:t>&lt;META NAME="Description" CONTENT=""&gt; </a:t>
            </a:r>
          </a:p>
          <a:p>
            <a:r>
              <a:rPr lang="id-ID" sz="1400" dirty="0"/>
              <a:t>&lt;/HEAD&gt; </a:t>
            </a:r>
          </a:p>
          <a:p>
            <a:r>
              <a:rPr lang="id-ID" sz="1400" dirty="0"/>
              <a:t>&lt;BODY&gt; </a:t>
            </a:r>
          </a:p>
          <a:p>
            <a:r>
              <a:rPr lang="id-ID" sz="1400" dirty="0"/>
              <a:t>&lt;video width="400" controls&gt; </a:t>
            </a:r>
          </a:p>
          <a:p>
            <a:r>
              <a:rPr lang="id-ID" sz="1400" dirty="0"/>
              <a:t>  &lt;source src="video1.mp4" type="video/mp4"&gt; </a:t>
            </a:r>
          </a:p>
          <a:p>
            <a:r>
              <a:rPr lang="id-ID" sz="1400" dirty="0"/>
              <a:t>  &lt;source src="video1.ogg" type="video/ogg"&gt; </a:t>
            </a:r>
          </a:p>
          <a:p>
            <a:r>
              <a:rPr lang="id-ID" sz="1400" dirty="0"/>
              <a:t>  Browser anda tidak  support video pada HTML5. </a:t>
            </a:r>
          </a:p>
          <a:p>
            <a:r>
              <a:rPr lang="id-ID" sz="1400" dirty="0"/>
              <a:t>&lt;/video&gt; </a:t>
            </a:r>
          </a:p>
          <a:p>
            <a:r>
              <a:rPr lang="id-ID" sz="1400" dirty="0"/>
              <a:t>&lt;p&gt; </a:t>
            </a:r>
            <a:r>
              <a:rPr lang="id-ID" sz="1400" dirty="0" smtClean="0"/>
              <a:t>Hasil </a:t>
            </a:r>
            <a:r>
              <a:rPr lang="id-ID" sz="1400" dirty="0"/>
              <a:t>tampilan Video </a:t>
            </a:r>
            <a:r>
              <a:rPr lang="id-ID" sz="1400" dirty="0" smtClean="0"/>
              <a:t>&lt;/</a:t>
            </a:r>
            <a:r>
              <a:rPr lang="id-ID" sz="1400" dirty="0"/>
              <a:t>p&gt; </a:t>
            </a:r>
          </a:p>
          <a:p>
            <a:r>
              <a:rPr lang="id-ID" sz="1400" dirty="0"/>
              <a:t>&lt;/body&gt;  </a:t>
            </a:r>
          </a:p>
          <a:p>
            <a:r>
              <a:rPr lang="id-ID" sz="1400" dirty="0"/>
              <a:t>&lt;/html&gt; </a:t>
            </a:r>
            <a:r>
              <a:rPr lang="en-US" sz="1400" dirty="0" smtClean="0"/>
              <a:t> </a:t>
            </a:r>
            <a:endParaRPr lang="id-ID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609883"/>
            <a:ext cx="3754664" cy="294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7239000" y="2219171"/>
            <a:ext cx="29127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Tampilan browser tag Video :</a:t>
            </a:r>
          </a:p>
        </p:txBody>
      </p:sp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2412094"/>
            <a:ext cx="8406499" cy="2334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43075" y="1861457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>
                <a:latin typeface="Adobe Fan Heiti Std B" pitchFamily="34" charset="-128"/>
                <a:ea typeface="Adobe Fan Heiti Std B" pitchFamily="34" charset="-128"/>
              </a:rPr>
              <a:t>Browser yang mendukung format Video</a:t>
            </a:r>
            <a:endParaRPr lang="id-ID" dirty="0">
              <a:latin typeface="Adobe Fan Heiti Std B" pitchFamily="34" charset="-128"/>
              <a:ea typeface="Adobe Fan Heiti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743" y="348734"/>
            <a:ext cx="8230137" cy="5355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id-ID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Menampilkan video </a:t>
            </a:r>
            <a:r>
              <a:rPr lang="id-ID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menggunakan java </a:t>
            </a:r>
            <a:r>
              <a:rPr lang="id-ID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script</a:t>
            </a:r>
            <a:endParaRPr lang="id-ID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0743" y="1226127"/>
            <a:ext cx="490945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600" dirty="0"/>
              <a:t>&lt;!DOCTYPE html&gt;  </a:t>
            </a:r>
          </a:p>
          <a:p>
            <a:r>
              <a:rPr lang="id-ID" sz="1600" dirty="0"/>
              <a:t>&lt;html&gt;  </a:t>
            </a:r>
          </a:p>
          <a:p>
            <a:r>
              <a:rPr lang="id-ID" sz="1600" dirty="0"/>
              <a:t>&lt;body&gt;  </a:t>
            </a:r>
          </a:p>
          <a:p>
            <a:r>
              <a:rPr lang="id-ID" sz="1600" dirty="0"/>
              <a:t> </a:t>
            </a:r>
          </a:p>
          <a:p>
            <a:r>
              <a:rPr lang="id-ID" sz="1600" dirty="0"/>
              <a:t>&lt;div style="text-align:center"&gt;  </a:t>
            </a:r>
          </a:p>
          <a:p>
            <a:r>
              <a:rPr lang="en-US" sz="1600" dirty="0"/>
              <a:t>  &lt;button </a:t>
            </a:r>
            <a:r>
              <a:rPr lang="en-US" sz="1600" dirty="0" err="1"/>
              <a:t>onclick</a:t>
            </a:r>
            <a:r>
              <a:rPr lang="en-US" sz="1600" dirty="0"/>
              <a:t>="</a:t>
            </a:r>
            <a:r>
              <a:rPr lang="en-US" sz="1600" dirty="0" err="1"/>
              <a:t>tekanPause</a:t>
            </a:r>
            <a:r>
              <a:rPr lang="en-US" sz="1600" dirty="0"/>
              <a:t>()"&gt;Play/Pause&lt;/button&gt;  </a:t>
            </a:r>
          </a:p>
          <a:p>
            <a:r>
              <a:rPr lang="en-US" sz="1600" dirty="0"/>
              <a:t>  &lt;button </a:t>
            </a:r>
            <a:r>
              <a:rPr lang="en-US" sz="1600" dirty="0" err="1"/>
              <a:t>onclick</a:t>
            </a:r>
            <a:r>
              <a:rPr lang="en-US" sz="1600" dirty="0"/>
              <a:t>="</a:t>
            </a:r>
            <a:r>
              <a:rPr lang="en-US" sz="1600" dirty="0" err="1"/>
              <a:t>menjadiBig</a:t>
            </a:r>
            <a:r>
              <a:rPr lang="en-US" sz="1600" dirty="0"/>
              <a:t>()"&gt;Big&lt;/button&gt; </a:t>
            </a:r>
          </a:p>
          <a:p>
            <a:r>
              <a:rPr lang="en-US" sz="1600" dirty="0"/>
              <a:t>  &lt;button </a:t>
            </a:r>
            <a:r>
              <a:rPr lang="en-US" sz="1600" dirty="0" err="1"/>
              <a:t>onclick</a:t>
            </a:r>
            <a:r>
              <a:rPr lang="en-US" sz="1600" dirty="0"/>
              <a:t>="</a:t>
            </a:r>
            <a:r>
              <a:rPr lang="en-US" sz="1600" dirty="0" err="1"/>
              <a:t>menjadiSmall</a:t>
            </a:r>
            <a:r>
              <a:rPr lang="en-US" sz="1600" dirty="0"/>
              <a:t>()"&gt;Small&lt;/button&gt; </a:t>
            </a:r>
          </a:p>
          <a:p>
            <a:r>
              <a:rPr lang="id-ID" sz="1600" dirty="0"/>
              <a:t>  &lt;button onclick="menjadiNormal()"&gt;Normal&lt;/button&gt; </a:t>
            </a:r>
          </a:p>
          <a:p>
            <a:r>
              <a:rPr lang="id-ID" sz="1600" dirty="0"/>
              <a:t>  &lt;br&gt;&lt;br&gt; </a:t>
            </a:r>
          </a:p>
          <a:p>
            <a:r>
              <a:rPr lang="id-ID" sz="1600" dirty="0"/>
              <a:t>  &lt;video id="videoku" width="430"&gt; </a:t>
            </a:r>
          </a:p>
          <a:p>
            <a:r>
              <a:rPr lang="id-ID" sz="1600" dirty="0"/>
              <a:t>    &lt;source src="VideoAA.mp4" type="video/mp4"&gt; </a:t>
            </a:r>
          </a:p>
          <a:p>
            <a:r>
              <a:rPr lang="id-ID" sz="1600" dirty="0"/>
              <a:t>    &lt;source src="VideoBB.ogg" type="video/ogg"&gt; </a:t>
            </a:r>
          </a:p>
          <a:p>
            <a:r>
              <a:rPr lang="id-ID" sz="1600" dirty="0"/>
              <a:t>    Browser anda tidak support video HTML 5. &lt;/video&gt; </a:t>
            </a:r>
          </a:p>
          <a:p>
            <a:r>
              <a:rPr lang="id-ID" sz="1600" dirty="0"/>
              <a:t>&lt;/div&gt;  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1166176"/>
            <a:ext cx="500742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600" dirty="0"/>
              <a:t> &lt;script&gt;  </a:t>
            </a:r>
          </a:p>
          <a:p>
            <a:r>
              <a:rPr lang="id-ID" sz="1600" dirty="0"/>
              <a:t>var VideoAku = document.getElementById("videoku");  </a:t>
            </a:r>
          </a:p>
          <a:p>
            <a:r>
              <a:rPr lang="id-ID" sz="1600" dirty="0"/>
              <a:t> function tekanPause() {  </a:t>
            </a:r>
          </a:p>
          <a:p>
            <a:r>
              <a:rPr lang="id-ID" sz="1600" dirty="0"/>
              <a:t>  if (VideoAku.paused)  </a:t>
            </a:r>
          </a:p>
          <a:p>
            <a:r>
              <a:rPr lang="id-ID" sz="1600" dirty="0"/>
              <a:t>    VideoAku.play();  </a:t>
            </a:r>
          </a:p>
          <a:p>
            <a:r>
              <a:rPr lang="id-ID" sz="1600" dirty="0"/>
              <a:t>  else  </a:t>
            </a:r>
          </a:p>
          <a:p>
            <a:r>
              <a:rPr lang="id-ID" sz="1600" dirty="0"/>
              <a:t>    VideoAku.pause();  </a:t>
            </a:r>
          </a:p>
          <a:p>
            <a:r>
              <a:rPr lang="id-ID" sz="1600" dirty="0"/>
              <a:t>}  </a:t>
            </a:r>
          </a:p>
          <a:p>
            <a:r>
              <a:rPr lang="id-ID" sz="1600" dirty="0"/>
              <a:t> </a:t>
            </a:r>
            <a:r>
              <a:rPr lang="id-ID" sz="1600" dirty="0" smtClean="0"/>
              <a:t>function </a:t>
            </a:r>
            <a:r>
              <a:rPr lang="id-ID" sz="1600" dirty="0"/>
              <a:t>menjadiBig() {  </a:t>
            </a:r>
          </a:p>
          <a:p>
            <a:r>
              <a:rPr lang="id-ID" sz="1600" dirty="0"/>
              <a:t>    VideoAku.width = 560;  </a:t>
            </a:r>
          </a:p>
          <a:p>
            <a:r>
              <a:rPr lang="id-ID" sz="1600" dirty="0"/>
              <a:t>}  </a:t>
            </a:r>
          </a:p>
          <a:p>
            <a:r>
              <a:rPr lang="id-ID" sz="1600" dirty="0"/>
              <a:t> </a:t>
            </a:r>
            <a:r>
              <a:rPr lang="id-ID" sz="1600" dirty="0" smtClean="0"/>
              <a:t>function </a:t>
            </a:r>
            <a:r>
              <a:rPr lang="id-ID" sz="1600" dirty="0"/>
              <a:t>menjadiSmall() {  </a:t>
            </a:r>
          </a:p>
          <a:p>
            <a:r>
              <a:rPr lang="id-ID" sz="1600" dirty="0"/>
              <a:t>    VideoAku.width = 320;  </a:t>
            </a:r>
          </a:p>
          <a:p>
            <a:r>
              <a:rPr lang="id-ID" sz="1600" dirty="0"/>
              <a:t>}  </a:t>
            </a:r>
          </a:p>
          <a:p>
            <a:r>
              <a:rPr lang="id-ID" sz="1600" dirty="0"/>
              <a:t> </a:t>
            </a:r>
            <a:r>
              <a:rPr lang="id-ID" sz="1600" dirty="0" smtClean="0"/>
              <a:t>function </a:t>
            </a:r>
            <a:r>
              <a:rPr lang="id-ID" sz="1600" dirty="0"/>
              <a:t>menjadiNormal() {  </a:t>
            </a:r>
          </a:p>
          <a:p>
            <a:r>
              <a:rPr lang="id-ID" sz="1600" dirty="0"/>
              <a:t>    VideoAku.width = 430;  </a:t>
            </a:r>
          </a:p>
          <a:p>
            <a:r>
              <a:rPr lang="id-ID" sz="1600" dirty="0"/>
              <a:t>}  </a:t>
            </a:r>
          </a:p>
          <a:p>
            <a:r>
              <a:rPr lang="id-ID" sz="1600" dirty="0"/>
              <a:t>&lt;/script&gt;  </a:t>
            </a:r>
          </a:p>
          <a:p>
            <a:r>
              <a:rPr lang="id-ID" sz="1600" dirty="0"/>
              <a:t>&lt;/body&gt;  </a:t>
            </a:r>
          </a:p>
          <a:p>
            <a:r>
              <a:rPr lang="id-ID" sz="1600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447" y="1279978"/>
            <a:ext cx="6011185" cy="3738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74293" y="131014"/>
            <a:ext cx="3619902" cy="5355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id-ID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Hasil tampilan web</a:t>
            </a:r>
            <a:endParaRPr lang="id-ID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3452</TotalTime>
  <Words>726</Words>
  <Application>Microsoft Office PowerPoint</Application>
  <PresentationFormat>Custom</PresentationFormat>
  <Paragraphs>101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26</cp:revision>
  <dcterms:created xsi:type="dcterms:W3CDTF">2021-08-16T10:58:02Z</dcterms:created>
  <dcterms:modified xsi:type="dcterms:W3CDTF">2021-08-30T15:53:56Z</dcterms:modified>
</cp:coreProperties>
</file>