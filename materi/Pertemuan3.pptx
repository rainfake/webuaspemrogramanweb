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65" r:id="rId16"/>
    <p:sldId id="274" r:id="rId17"/>
    <p:sldId id="267" r:id="rId18"/>
    <p:sldId id="275" r:id="rId19"/>
    <p:sldId id="276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9594" y="2166723"/>
            <a:ext cx="650706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FORMAT TEKS  DAN  KARAKTER  KHUSUS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49324" y="3520702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8681" y="435820"/>
            <a:ext cx="1721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/>
              <a:t>Format Teks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20012" y="947446"/>
            <a:ext cx="658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Font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4031" y="1451201"/>
            <a:ext cx="103305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Elemen &lt;FONT&gt; digunakan untuk mengganti  jenis huruf, warna, dan ukuran  teks.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1636" y="1913748"/>
            <a:ext cx="972067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b&gt; </a:t>
            </a:r>
            <a:r>
              <a:rPr lang="id-ID" dirty="0" smtClean="0"/>
              <a:t>		: menebalkan </a:t>
            </a:r>
            <a:r>
              <a:rPr lang="id-ID" dirty="0"/>
              <a:t>teks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strong&gt; </a:t>
            </a:r>
            <a:r>
              <a:rPr lang="id-ID" dirty="0" smtClean="0"/>
              <a:t>	: </a:t>
            </a:r>
            <a:r>
              <a:rPr lang="id-ID" dirty="0"/>
              <a:t>menebalkan teks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em&gt; </a:t>
            </a:r>
            <a:r>
              <a:rPr lang="id-ID" dirty="0" smtClean="0"/>
              <a:t>		: </a:t>
            </a:r>
            <a:r>
              <a:rPr lang="id-ID" dirty="0"/>
              <a:t>menekankan teks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i&gt; </a:t>
            </a:r>
            <a:r>
              <a:rPr lang="id-ID" dirty="0" smtClean="0"/>
              <a:t>		: </a:t>
            </a:r>
            <a:r>
              <a:rPr lang="id-ID" dirty="0"/>
              <a:t>memiringkan teks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small&gt; </a:t>
            </a:r>
            <a:r>
              <a:rPr lang="id-ID" dirty="0" smtClean="0"/>
              <a:t>	: </a:t>
            </a:r>
            <a:r>
              <a:rPr lang="id-ID" dirty="0"/>
              <a:t>memperkecil ukuran teks dari ukuran normal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big&gt; </a:t>
            </a:r>
            <a:r>
              <a:rPr lang="id-ID" dirty="0" smtClean="0"/>
              <a:t>		: </a:t>
            </a:r>
            <a:r>
              <a:rPr lang="id-ID" dirty="0"/>
              <a:t>memperbesar ukuran teks dari ukuran normal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nl-NL" dirty="0" smtClean="0"/>
              <a:t>&lt;</a:t>
            </a:r>
            <a:r>
              <a:rPr lang="nl-NL" dirty="0"/>
              <a:t>sub&gt; </a:t>
            </a:r>
            <a:r>
              <a:rPr lang="id-ID" dirty="0" smtClean="0"/>
              <a:t>		</a:t>
            </a:r>
            <a:r>
              <a:rPr lang="nl-NL" dirty="0" smtClean="0"/>
              <a:t>:  </a:t>
            </a:r>
            <a:r>
              <a:rPr lang="nl-NL" dirty="0"/>
              <a:t>subscript, teks sedikit kebawah dari baris normal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sup&gt; </a:t>
            </a:r>
            <a:r>
              <a:rPr lang="id-ID" dirty="0" smtClean="0"/>
              <a:t>		: </a:t>
            </a:r>
            <a:r>
              <a:rPr lang="id-ID" dirty="0"/>
              <a:t>supercript, teks sedikit naik dari baris normal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de-DE" dirty="0" smtClean="0"/>
              <a:t>&lt;</a:t>
            </a:r>
            <a:r>
              <a:rPr lang="de-DE" dirty="0"/>
              <a:t>u&gt; </a:t>
            </a:r>
            <a:r>
              <a:rPr lang="id-ID" dirty="0" smtClean="0"/>
              <a:t>		</a:t>
            </a:r>
            <a:r>
              <a:rPr lang="de-DE" dirty="0" smtClean="0"/>
              <a:t>:  </a:t>
            </a:r>
            <a:r>
              <a:rPr lang="de-DE" dirty="0" err="1"/>
              <a:t>underline</a:t>
            </a:r>
            <a:r>
              <a:rPr lang="de-DE" dirty="0"/>
              <a:t>,  </a:t>
            </a:r>
            <a:r>
              <a:rPr lang="de-DE" dirty="0" err="1"/>
              <a:t>garis</a:t>
            </a:r>
            <a:r>
              <a:rPr lang="de-DE" dirty="0"/>
              <a:t> </a:t>
            </a:r>
            <a:r>
              <a:rPr lang="de-DE" dirty="0" err="1"/>
              <a:t>bawah</a:t>
            </a:r>
            <a:endParaRPr lang="de-DE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&lt;</a:t>
            </a:r>
            <a:r>
              <a:rPr lang="id-ID" dirty="0"/>
              <a:t>s&gt; </a:t>
            </a:r>
            <a:r>
              <a:rPr lang="id-ID" dirty="0" smtClean="0"/>
              <a:t>		: </a:t>
            </a:r>
            <a:r>
              <a:rPr lang="id-ID" dirty="0"/>
              <a:t>strike, mencoret teks</a:t>
            </a:r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276" y="795048"/>
            <a:ext cx="3018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Tebal, miring dan garis bawah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772886" y="1298139"/>
            <a:ext cx="10744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Untuk menebalkan, membuat miring dan garis bawah perintah ini </a:t>
            </a:r>
            <a:r>
              <a:rPr lang="id-ID" dirty="0" smtClean="0"/>
              <a:t>dikombinasikan </a:t>
            </a:r>
            <a:r>
              <a:rPr lang="id-ID" dirty="0"/>
              <a:t>dan penulisannya bisa yang mana saja, tetapi penutupnya </a:t>
            </a:r>
            <a:r>
              <a:rPr lang="id-ID" dirty="0" smtClean="0"/>
              <a:t>yang perlu </a:t>
            </a:r>
            <a:r>
              <a:rPr lang="id-ID" dirty="0"/>
              <a:t>diperhatikan.</a:t>
            </a:r>
          </a:p>
          <a:p>
            <a:pPr>
              <a:lnSpc>
                <a:spcPct val="150000"/>
              </a:lnSpc>
            </a:pPr>
            <a:r>
              <a:rPr lang="id-ID" dirty="0"/>
              <a:t>Contoh : </a:t>
            </a:r>
            <a:r>
              <a:rPr lang="id-ID" dirty="0" smtClean="0"/>
              <a:t> </a:t>
            </a:r>
            <a:r>
              <a:rPr lang="pl-PL" dirty="0" smtClean="0"/>
              <a:t>&lt;</a:t>
            </a:r>
            <a:r>
              <a:rPr lang="pl-PL" dirty="0"/>
              <a:t>b&gt;&lt;i&gt;&lt;u&gt;Maju terus pantang mundur&lt;/u&gt;&lt;/i&gt;&lt;/b&gt; </a:t>
            </a:r>
          </a:p>
          <a:p>
            <a:pPr>
              <a:lnSpc>
                <a:spcPct val="150000"/>
              </a:lnSpc>
            </a:pPr>
            <a:r>
              <a:rPr lang="id-ID" dirty="0"/>
              <a:t>Hasilnya : </a:t>
            </a:r>
            <a:endParaRPr lang="id-ID" dirty="0" smtClean="0"/>
          </a:p>
          <a:p>
            <a:pPr>
              <a:lnSpc>
                <a:spcPct val="150000"/>
              </a:lnSpc>
            </a:pPr>
            <a:endParaRPr lang="id-ID" dirty="0"/>
          </a:p>
          <a:p>
            <a:pPr>
              <a:lnSpc>
                <a:spcPct val="150000"/>
              </a:lnSpc>
            </a:pPr>
            <a:endParaRPr lang="id-ID" dirty="0"/>
          </a:p>
          <a:p>
            <a:pPr>
              <a:lnSpc>
                <a:spcPct val="150000"/>
              </a:lnSpc>
            </a:pPr>
            <a:r>
              <a:rPr lang="id-ID" dirty="0"/>
              <a:t>Perhatikan perintah atau tag penutup &lt;b&gt;&lt;i&gt;&lt;u&gt; …&lt;/u&gt;&lt;/i&gt;&lt;/b&gt; </a:t>
            </a:r>
            <a:endParaRPr lang="id-ID" dirty="0" smtClean="0"/>
          </a:p>
          <a:p>
            <a:pPr>
              <a:lnSpc>
                <a:spcPct val="150000"/>
              </a:lnSpc>
            </a:pPr>
            <a:r>
              <a:rPr lang="id-ID" dirty="0" smtClean="0"/>
              <a:t>tidak boleh &lt;/</a:t>
            </a:r>
            <a:r>
              <a:rPr lang="id-ID" dirty="0"/>
              <a:t>b&gt;&lt;/i&gt;&lt;/</a:t>
            </a:r>
            <a:r>
              <a:rPr lang="id-ID" dirty="0" smtClean="0"/>
              <a:t>u&gt; </a:t>
            </a:r>
            <a:endParaRPr lang="id-ID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719" y="2821101"/>
            <a:ext cx="3545567" cy="90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6518" y="686195"/>
            <a:ext cx="2087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Strong, Em dan Bold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36171" y="1231654"/>
            <a:ext cx="91004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/>
              <a:t>&lt;strong&gt;Strong -- Belajar pemrograman menyenangkan&lt;/strong&gt;&lt;br&gt; </a:t>
            </a:r>
          </a:p>
          <a:p>
            <a:r>
              <a:rPr lang="pt-BR" dirty="0"/>
              <a:t>&lt;em&gt;Em – Ruh bahasa pemrograman adalah </a:t>
            </a:r>
            <a:r>
              <a:rPr lang="pt-BR" dirty="0" smtClean="0"/>
              <a:t>Algoritma</a:t>
            </a:r>
            <a:r>
              <a:rPr lang="id-ID" dirty="0" smtClean="0"/>
              <a:t> pemrograman</a:t>
            </a:r>
            <a:r>
              <a:rPr lang="id-ID" dirty="0"/>
              <a:t>&lt;/em&gt;&lt;br&gt;</a:t>
            </a:r>
          </a:p>
          <a:p>
            <a:r>
              <a:rPr lang="id-ID" dirty="0"/>
              <a:t>&lt;b&gt;Bold – So, Asah terus logika dengan terus berlatih&lt;/b&gt;&lt;br&gt;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57" y="3249677"/>
            <a:ext cx="7112550" cy="1411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6518" y="2812991"/>
            <a:ext cx="1026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Hasilnya: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464" y="544677"/>
            <a:ext cx="2076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Small, Big dan Strike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74913" y="1268496"/>
            <a:ext cx="10929257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/>
              <a:t>Indonesia merupakan negara &lt;big&gt;kepulauan&lt;/big&gt; yang terdiri dari </a:t>
            </a:r>
            <a:r>
              <a:rPr lang="id-ID" dirty="0" smtClean="0"/>
              <a:t>berbagai </a:t>
            </a:r>
            <a:r>
              <a:rPr lang="id-ID" dirty="0"/>
              <a:t>macam &lt;small&gt;suku bangsa&lt;/small&gt; dan &lt;s&gt;adat istiadat&lt;/s&gt;. </a:t>
            </a:r>
            <a:r>
              <a:rPr lang="id-ID" dirty="0" smtClean="0"/>
              <a:t>Sebagian </a:t>
            </a:r>
            <a:r>
              <a:rPr lang="id-ID" dirty="0"/>
              <a:t>besar ada yang bercocok tanam ada pula yang menjadi pelaut</a:t>
            </a:r>
            <a:r>
              <a:rPr lang="id-ID" dirty="0" smtClean="0"/>
              <a:t>. Indonesia </a:t>
            </a:r>
            <a:r>
              <a:rPr lang="id-ID" dirty="0"/>
              <a:t>juga disebut negara bahari yang memiliki wisata laut yang </a:t>
            </a:r>
            <a:r>
              <a:rPr lang="id-ID" dirty="0" smtClean="0"/>
              <a:t>sangat indah</a:t>
            </a:r>
            <a:r>
              <a:rPr lang="id-ID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74913" y="3321328"/>
            <a:ext cx="1132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Hasilnya :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45" y="3690660"/>
            <a:ext cx="10891547" cy="11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412" y="958334"/>
            <a:ext cx="2481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Supercript dan Subscript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171" y="1601765"/>
            <a:ext cx="11070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&lt;big&gt;C&lt;/big&gt;&lt;sub&gt;12&lt;/sub&gt;&lt;big&gt;H&lt;/big&gt;&lt;sub&gt;22&lt;/sub&gt;&lt;big&gt;O&lt;/bog&gt;&lt;</a:t>
            </a:r>
            <a:r>
              <a:rPr lang="en-US" dirty="0" smtClean="0"/>
              <a:t>sub&gt;1</a:t>
            </a:r>
            <a:r>
              <a:rPr lang="id-ID" dirty="0" smtClean="0"/>
              <a:t>1</a:t>
            </a:r>
            <a:r>
              <a:rPr lang="id-ID" dirty="0"/>
              <a:t>&lt;/sub&gt;&lt;br</a:t>
            </a:r>
            <a:r>
              <a:rPr lang="id-ID" dirty="0" smtClean="0"/>
              <a:t>&gt; </a:t>
            </a:r>
            <a:endParaRPr lang="id-ID" dirty="0"/>
          </a:p>
          <a:p>
            <a:r>
              <a:rPr lang="id-ID" dirty="0"/>
              <a:t>X&lt;sub&gt;1&lt;/sub&gt;&lt;sup&gt;2&lt;/sup&gt; + Y&lt;sub&gt;1&lt;/sub&gt;&lt;sup&gt;3&lt;/sup&gt; + 12 x 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171" y="2886279"/>
            <a:ext cx="1016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Hasilnya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052" y="3157634"/>
            <a:ext cx="2538796" cy="1131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5171" y="4410279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Perintah subscript akan memberi tampilan agak kebawah dari baris normalnya</a:t>
            </a:r>
            <a:r>
              <a:rPr lang="id-ID" dirty="0" smtClean="0"/>
              <a:t>, sedangkan </a:t>
            </a:r>
            <a:r>
              <a:rPr lang="id-ID" dirty="0"/>
              <a:t>perintah supercript memberi efek tampilan agak naik dari </a:t>
            </a:r>
            <a:r>
              <a:rPr lang="id-ID" dirty="0" smtClean="0"/>
              <a:t>baris normalnya</a:t>
            </a:r>
            <a:r>
              <a:rPr lang="id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858" y="533791"/>
            <a:ext cx="1043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Marquee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4" y="1305606"/>
            <a:ext cx="6890657" cy="1701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621" y="3007283"/>
            <a:ext cx="6187984" cy="3066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012" y="925677"/>
            <a:ext cx="1782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Karakter Khusus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1295400" y="1829700"/>
            <a:ext cx="846908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© 	: </a:t>
            </a:r>
            <a:r>
              <a:rPr lang="id-ID" i="1" dirty="0"/>
              <a:t>Copyright   </a:t>
            </a:r>
            <a:r>
              <a:rPr lang="id-ID" i="1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i="1" dirty="0" smtClean="0"/>
              <a:t>  </a:t>
            </a:r>
            <a:r>
              <a:rPr lang="id-ID" i="1" dirty="0"/>
              <a:t>&amp;copy;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® 	: </a:t>
            </a:r>
            <a:r>
              <a:rPr lang="id-ID" i="1" dirty="0"/>
              <a:t>Registered trademark  </a:t>
            </a:r>
            <a:r>
              <a:rPr lang="id-ID" i="1" dirty="0" smtClean="0"/>
              <a:t>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i="1" dirty="0" smtClean="0"/>
              <a:t>  </a:t>
            </a:r>
            <a:r>
              <a:rPr lang="id-ID" i="1" dirty="0"/>
              <a:t>&amp;reg;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/>
              <a:t>™ </a:t>
            </a:r>
            <a:r>
              <a:rPr lang="id-ID" dirty="0" smtClean="0"/>
              <a:t>	</a:t>
            </a:r>
            <a:r>
              <a:rPr lang="en-US" dirty="0" smtClean="0"/>
              <a:t>: </a:t>
            </a:r>
            <a:r>
              <a:rPr lang="en-US" i="1" dirty="0"/>
              <a:t>Trademark   </a:t>
            </a:r>
            <a:r>
              <a:rPr lang="id-ID" i="1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/>
              <a:t>&amp;#8482 </a:t>
            </a:r>
            <a:r>
              <a:rPr lang="en-US" i="1" dirty="0" err="1"/>
              <a:t>atau</a:t>
            </a:r>
            <a:r>
              <a:rPr lang="en-US" i="1" dirty="0"/>
              <a:t> &amp;trade;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&amp; 	: </a:t>
            </a:r>
            <a:r>
              <a:rPr lang="id-ID" i="1" dirty="0"/>
              <a:t>Ampersand   </a:t>
            </a:r>
            <a:r>
              <a:rPr lang="id-ID" i="1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i="1" dirty="0" smtClean="0"/>
              <a:t> </a:t>
            </a:r>
            <a:r>
              <a:rPr lang="id-ID" i="1" dirty="0"/>
              <a:t>&amp;amp;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 smtClean="0"/>
              <a:t>   </a:t>
            </a:r>
            <a:r>
              <a:rPr lang="id-ID" dirty="0" smtClean="0"/>
              <a:t>	</a:t>
            </a:r>
            <a:r>
              <a:rPr lang="en-US" dirty="0" smtClean="0"/>
              <a:t>: </a:t>
            </a:r>
            <a:r>
              <a:rPr lang="en-US" i="1" dirty="0"/>
              <a:t>Non breaking space  </a:t>
            </a:r>
            <a:r>
              <a:rPr lang="id-ID" i="1" dirty="0" smtClean="0"/>
              <a:t>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en-US" i="1" dirty="0" smtClean="0"/>
              <a:t>  </a:t>
            </a:r>
            <a:r>
              <a:rPr lang="en-US" i="1" dirty="0"/>
              <a:t>&amp;</a:t>
            </a:r>
            <a:r>
              <a:rPr lang="en-US" i="1" dirty="0" err="1"/>
              <a:t>nbsp</a:t>
            </a:r>
            <a:endParaRPr lang="en-US" i="1" dirty="0"/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«   	: </a:t>
            </a:r>
            <a:r>
              <a:rPr lang="id-ID" i="1" dirty="0"/>
              <a:t>angle quotation mark (left)   </a:t>
            </a:r>
            <a:r>
              <a:rPr lang="id-ID" i="1" dirty="0" smtClean="0"/>
              <a:t>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i="1" dirty="0" smtClean="0"/>
              <a:t> </a:t>
            </a:r>
            <a:r>
              <a:rPr lang="id-ID" i="1" dirty="0"/>
              <a:t>&amp;laquo;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»   	</a:t>
            </a:r>
            <a:r>
              <a:rPr lang="id-ID" i="1" dirty="0" smtClean="0"/>
              <a:t>: </a:t>
            </a:r>
            <a:r>
              <a:rPr lang="id-ID" i="1" dirty="0"/>
              <a:t>angle quotation mark (right) </a:t>
            </a:r>
            <a:r>
              <a:rPr lang="id-ID" i="1" dirty="0" smtClean="0"/>
              <a:t>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i="1" dirty="0" smtClean="0"/>
              <a:t> </a:t>
            </a:r>
            <a:r>
              <a:rPr lang="id-ID" i="1" dirty="0"/>
              <a:t>&amp;raquo;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¨    	: </a:t>
            </a:r>
            <a:r>
              <a:rPr lang="id-ID" dirty="0"/>
              <a:t>tanda kutip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&amp;quot;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&lt;   	: </a:t>
            </a:r>
            <a:r>
              <a:rPr lang="id-ID" dirty="0"/>
              <a:t>lebih kecil   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&amp;lt;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sv-SE" dirty="0" smtClean="0"/>
              <a:t>&gt;  </a:t>
            </a:r>
            <a:r>
              <a:rPr lang="id-ID" dirty="0" smtClean="0"/>
              <a:t>	</a:t>
            </a:r>
            <a:r>
              <a:rPr lang="sv-SE" dirty="0" smtClean="0"/>
              <a:t>: </a:t>
            </a:r>
            <a:r>
              <a:rPr lang="sv-SE" dirty="0"/>
              <a:t>tanda lebih besar  </a:t>
            </a:r>
            <a:r>
              <a:rPr lang="id-ID" dirty="0" smtClean="0"/>
              <a:t>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sv-SE" dirty="0" smtClean="0"/>
              <a:t> </a:t>
            </a:r>
            <a:r>
              <a:rPr lang="sv-SE" dirty="0"/>
              <a:t>&amp;gt;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sv-SE" dirty="0" smtClean="0"/>
              <a:t>x  </a:t>
            </a:r>
            <a:r>
              <a:rPr lang="id-ID" dirty="0" smtClean="0"/>
              <a:t>	</a:t>
            </a:r>
            <a:r>
              <a:rPr lang="sv-SE" dirty="0" smtClean="0"/>
              <a:t>: </a:t>
            </a:r>
            <a:r>
              <a:rPr lang="sv-SE" dirty="0"/>
              <a:t>tanda kali 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sv-SE" dirty="0" smtClean="0"/>
              <a:t> </a:t>
            </a:r>
            <a:r>
              <a:rPr lang="sv-SE" dirty="0"/>
              <a:t>&amp;times;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id-ID" dirty="0" smtClean="0"/>
              <a:t>/   	: </a:t>
            </a:r>
            <a:r>
              <a:rPr lang="id-ID" dirty="0"/>
              <a:t>tanda bagi  </a:t>
            </a:r>
            <a:r>
              <a:rPr lang="id-ID" dirty="0" smtClean="0"/>
              <a:t>			</a:t>
            </a:r>
            <a:r>
              <a:rPr lang="id-ID" dirty="0" smtClean="0">
                <a:sym typeface="Wingdings" pitchFamily="2" charset="2"/>
              </a:rPr>
              <a:t></a:t>
            </a:r>
            <a:r>
              <a:rPr lang="id-ID" dirty="0" smtClean="0"/>
              <a:t> </a:t>
            </a:r>
            <a:r>
              <a:rPr lang="id-ID" dirty="0"/>
              <a:t>&amp;divide;</a:t>
            </a:r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23256" y="337848"/>
            <a:ext cx="1113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Latihan 1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1023256" y="1022857"/>
            <a:ext cx="7097487" cy="4770537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sz="1600" dirty="0"/>
              <a:t>&lt;html&gt; </a:t>
            </a:r>
          </a:p>
          <a:p>
            <a:r>
              <a:rPr lang="id-ID" sz="1600" dirty="0"/>
              <a:t>&lt;head&gt;</a:t>
            </a:r>
          </a:p>
          <a:p>
            <a:r>
              <a:rPr lang="id-ID" sz="1600" dirty="0"/>
              <a:t>&lt;title&gt;Penggunaan Font&lt;/title&gt;</a:t>
            </a:r>
          </a:p>
          <a:p>
            <a:r>
              <a:rPr lang="id-ID" sz="1600" dirty="0"/>
              <a:t>&lt;/head&gt;</a:t>
            </a:r>
          </a:p>
          <a:p>
            <a:r>
              <a:rPr lang="id-ID" sz="1600" dirty="0"/>
              <a:t>&lt;body&gt;</a:t>
            </a:r>
          </a:p>
          <a:p>
            <a:r>
              <a:rPr lang="id-ID" sz="1600" dirty="0"/>
              <a:t>&lt;basefont size=3&gt;</a:t>
            </a:r>
          </a:p>
          <a:p>
            <a:r>
              <a:rPr lang="id-ID" sz="1600" dirty="0"/>
              <a:t>&lt;font size=5&gt;size=5&lt;/font&gt;</a:t>
            </a:r>
          </a:p>
          <a:p>
            <a:r>
              <a:rPr lang="en-US" sz="1600" dirty="0"/>
              <a:t>&lt;</a:t>
            </a:r>
            <a:r>
              <a:rPr lang="en-US" sz="1600" dirty="0" err="1"/>
              <a:t>br</a:t>
            </a:r>
            <a:r>
              <a:rPr lang="en-US" sz="1600" dirty="0"/>
              <a:t>&gt;&lt;font size=-3 color="blue"&gt;</a:t>
            </a:r>
            <a:r>
              <a:rPr lang="en-US" sz="1600" dirty="0" err="1"/>
              <a:t>teks</a:t>
            </a:r>
            <a:r>
              <a:rPr lang="en-US" sz="1600" dirty="0"/>
              <a:t> </a:t>
            </a:r>
            <a:r>
              <a:rPr lang="en-US" sz="1600" dirty="0" err="1"/>
              <a:t>ukuran</a:t>
            </a:r>
            <a:r>
              <a:rPr lang="en-US" sz="1600" dirty="0"/>
              <a:t> =-3&lt;/font&gt;</a:t>
            </a:r>
          </a:p>
          <a:p>
            <a:r>
              <a:rPr lang="id-ID" sz="1600" dirty="0"/>
              <a:t>&lt;br&gt;&lt;font face="arial black" size=-2&gt;teks ukuran = -2&lt;/font&gt;</a:t>
            </a:r>
          </a:p>
          <a:p>
            <a:r>
              <a:rPr lang="id-ID" sz="1600" dirty="0"/>
              <a:t>&lt;br&gt;&lt;center&gt;&lt;font face="comic sans ms" color="red" size=-1&gt;teks ukuran =1&lt;/font&gt;&lt;/center&gt;</a:t>
            </a:r>
          </a:p>
          <a:p>
            <a:r>
              <a:rPr lang="id-ID" sz="1600" dirty="0" smtClean="0"/>
              <a:t>&lt;</a:t>
            </a:r>
            <a:r>
              <a:rPr lang="id-ID" sz="1600" dirty="0"/>
              <a:t>br&gt;&lt;font</a:t>
            </a:r>
          </a:p>
          <a:p>
            <a:r>
              <a:rPr lang="id-ID" sz="1600" dirty="0"/>
              <a:t>size=+1&gt;teks</a:t>
            </a:r>
          </a:p>
          <a:p>
            <a:r>
              <a:rPr lang="id-ID" sz="1600" dirty="0"/>
              <a:t>ukuran</a:t>
            </a:r>
          </a:p>
          <a:p>
            <a:r>
              <a:rPr lang="id-ID" sz="1600" dirty="0"/>
              <a:t>=+1&lt;/font</a:t>
            </a:r>
            <a:r>
              <a:rPr lang="id-ID" sz="1600" dirty="0" smtClean="0"/>
              <a:t>&gt; &lt;</a:t>
            </a:r>
            <a:r>
              <a:rPr lang="id-ID" sz="1600" dirty="0"/>
              <a:t>br&gt;&lt;</a:t>
            </a:r>
            <a:r>
              <a:rPr lang="id-ID" sz="1600" dirty="0" smtClean="0"/>
              <a:t>font size</a:t>
            </a:r>
            <a:r>
              <a:rPr lang="id-ID" sz="1600" dirty="0"/>
              <a:t>=+</a:t>
            </a:r>
            <a:r>
              <a:rPr lang="id-ID" sz="1600" dirty="0" smtClean="0"/>
              <a:t>2&gt;teks ukuran</a:t>
            </a:r>
            <a:endParaRPr lang="id-ID" sz="1600" dirty="0"/>
          </a:p>
          <a:p>
            <a:r>
              <a:rPr lang="id-ID" sz="1600" dirty="0"/>
              <a:t>=+2&lt;/font</a:t>
            </a:r>
            <a:r>
              <a:rPr lang="id-ID" sz="1600" dirty="0" smtClean="0"/>
              <a:t>&gt; &lt;</a:t>
            </a:r>
            <a:r>
              <a:rPr lang="id-ID" sz="1600" dirty="0"/>
              <a:t>br&gt;&lt;</a:t>
            </a:r>
            <a:r>
              <a:rPr lang="id-ID" sz="1600" dirty="0" smtClean="0"/>
              <a:t>font size</a:t>
            </a:r>
            <a:r>
              <a:rPr lang="id-ID" sz="1600" dirty="0"/>
              <a:t>=+</a:t>
            </a:r>
            <a:r>
              <a:rPr lang="id-ID" sz="1600" dirty="0" smtClean="0"/>
              <a:t>3&gt;teks ukuran</a:t>
            </a:r>
            <a:endParaRPr lang="id-ID" sz="1600" dirty="0"/>
          </a:p>
          <a:p>
            <a:r>
              <a:rPr lang="id-ID" sz="1600" dirty="0"/>
              <a:t>=+3&lt;/font</a:t>
            </a:r>
            <a:r>
              <a:rPr lang="id-ID" sz="1600" dirty="0" smtClean="0"/>
              <a:t>&gt;</a:t>
            </a:r>
            <a:endParaRPr lang="id-ID" sz="1600" dirty="0"/>
          </a:p>
          <a:p>
            <a:r>
              <a:rPr lang="id-ID" sz="1600" dirty="0"/>
              <a:t>&lt;/body&gt;</a:t>
            </a:r>
          </a:p>
          <a:p>
            <a:r>
              <a:rPr lang="id-ID" sz="1600" dirty="0" smtClean="0"/>
              <a:t>&lt;/</a:t>
            </a:r>
            <a:r>
              <a:rPr lang="id-ID" sz="1600" dirty="0"/>
              <a:t>html</a:t>
            </a:r>
            <a:r>
              <a:rPr lang="id-ID" sz="1600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83011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09" y="1352550"/>
            <a:ext cx="9824596" cy="32085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23256" y="337848"/>
            <a:ext cx="1113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Latihan </a:t>
            </a:r>
            <a:r>
              <a:rPr lang="id-ID" b="1" dirty="0" smtClean="0"/>
              <a:t>2 </a:t>
            </a:r>
            <a:endParaRPr lang="id-ID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6" y="928684"/>
            <a:ext cx="8240487" cy="508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784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54" y="920183"/>
            <a:ext cx="10061575" cy="43805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3945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438</Words>
  <Application>Microsoft Office PowerPoint</Application>
  <PresentationFormat>Custom</PresentationFormat>
  <Paragraphs>71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29</cp:revision>
  <dcterms:created xsi:type="dcterms:W3CDTF">2021-08-16T10:58:02Z</dcterms:created>
  <dcterms:modified xsi:type="dcterms:W3CDTF">2021-08-30T15:45:50Z</dcterms:modified>
</cp:coreProperties>
</file>